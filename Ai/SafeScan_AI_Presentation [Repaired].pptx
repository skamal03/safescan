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8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149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1371600"/>
            <a:ext cx="822960" cy="8229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" name="Image 0" descr="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534" y="1556766"/>
            <a:ext cx="452628" cy="452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SafeScan AI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LLM-Powered Mobile Security Intent Chatbot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3886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  •  Parameter Extraction  •  Automated Security Actions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|  Phi-3-Mini  ·  QLoRA  ·  FastAPI  ·  Flutter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SafeScan AI?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SafeScan AI reads unpredictable, natural human text and converts it into a precise, deterministic JSON command.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sole objective is </a:t>
            </a: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 &amp; Parameter Extraction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free chat, not opinions, just a clean instruction the mobile app can act 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Recognized Intents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message is routed to exactly one of these categories before any action is taken.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95160" y="170078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icons/wif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78308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36792" y="21031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wifi_check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57032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988552" y="170078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3" name="Image 1" descr="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178308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30184" y="21031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ssl_check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10250424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981944" y="170078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7" name="Image 2" descr="icons/mob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178308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23576" y="21031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device_check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2907792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95160" y="3054096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3" descr="icons/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313639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36792" y="3456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breach_lookup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257032" y="2907792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988552" y="3054096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5" name="Image 4" descr="icons/user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848" y="3136392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30184" y="3456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permission_audit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10250424" y="2907792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10981944" y="3054096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9" name="Image 5" descr="icons/cod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4240" y="3136392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323576" y="3456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general_chat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263640" y="4261104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995160" y="440740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3" name="Image 6" descr="icons/clipboar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7456" y="4489704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336792" y="4809744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report_action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Typed Message to a Real Security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1C2541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6517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icons/mob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157" y="27649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3291840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request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74285" y="3383280"/>
            <a:ext cx="120906" cy="274320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0" name="Shape 7"/>
          <p:cNvSpPr/>
          <p:nvPr/>
        </p:nvSpPr>
        <p:spPr>
          <a:xfrm>
            <a:off x="2429195" y="237744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1C2541"/>
          </a:solidFill>
          <a:ln/>
        </p:spPr>
      </p:sp>
      <p:sp>
        <p:nvSpPr>
          <p:cNvPr id="11" name="Shape 8"/>
          <p:cNvSpPr/>
          <p:nvPr/>
        </p:nvSpPr>
        <p:spPr>
          <a:xfrm>
            <a:off x="3023555" y="26517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2" name="Image 1" descr="icons/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712" y="276491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02347" y="3291840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520635" y="36576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tunnel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request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154840" y="3383280"/>
            <a:ext cx="120906" cy="274320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6" name="Shape 12"/>
          <p:cNvSpPr/>
          <p:nvPr/>
        </p:nvSpPr>
        <p:spPr>
          <a:xfrm>
            <a:off x="4309750" y="237744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1C2541"/>
          </a:solidFill>
          <a:ln/>
        </p:spPr>
      </p:sp>
      <p:sp>
        <p:nvSpPr>
          <p:cNvPr id="17" name="Shape 13"/>
          <p:cNvSpPr/>
          <p:nvPr/>
        </p:nvSpPr>
        <p:spPr>
          <a:xfrm>
            <a:off x="4904110" y="26517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" name="Image 2" descr="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7267" y="2764917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82902" y="3291840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401190" y="36576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worker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&amp; queues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035395" y="3383280"/>
            <a:ext cx="120906" cy="274320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2" name="Shape 17"/>
          <p:cNvSpPr/>
          <p:nvPr/>
        </p:nvSpPr>
        <p:spPr>
          <a:xfrm>
            <a:off x="6190305" y="237744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1C2541"/>
          </a:solidFill>
          <a:ln/>
        </p:spPr>
      </p:sp>
      <p:sp>
        <p:nvSpPr>
          <p:cNvPr id="23" name="Shape 18"/>
          <p:cNvSpPr/>
          <p:nvPr/>
        </p:nvSpPr>
        <p:spPr>
          <a:xfrm>
            <a:off x="6784665" y="26517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4" name="Image 3" descr="icons/chi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7822" y="2764917"/>
            <a:ext cx="276606" cy="2766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63457" y="3291840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Phi-3-Mini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281745" y="36576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model runs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decoding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915950" y="3383280"/>
            <a:ext cx="120906" cy="274320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8" name="Shape 22"/>
          <p:cNvSpPr/>
          <p:nvPr/>
        </p:nvSpPr>
        <p:spPr>
          <a:xfrm>
            <a:off x="8070860" y="237744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1C2541"/>
          </a:solidFill>
          <a:ln/>
        </p:spPr>
      </p:sp>
      <p:sp>
        <p:nvSpPr>
          <p:cNvPr id="29" name="Shape 23"/>
          <p:cNvSpPr/>
          <p:nvPr/>
        </p:nvSpPr>
        <p:spPr>
          <a:xfrm>
            <a:off x="8665220" y="26517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0" name="Image 4" descr="icons/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377" y="2764917"/>
            <a:ext cx="276606" cy="27660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44012" y="3291840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8162300" y="36576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Salvage layer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output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9796505" y="3383280"/>
            <a:ext cx="120906" cy="274320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34" name="Shape 27"/>
          <p:cNvSpPr/>
          <p:nvPr/>
        </p:nvSpPr>
        <p:spPr>
          <a:xfrm>
            <a:off x="9951415" y="237744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1C2541"/>
          </a:solidFill>
          <a:ln/>
        </p:spPr>
      </p:sp>
      <p:sp>
        <p:nvSpPr>
          <p:cNvPr id="35" name="Shape 28"/>
          <p:cNvSpPr/>
          <p:nvPr/>
        </p:nvSpPr>
        <p:spPr>
          <a:xfrm>
            <a:off x="10545775" y="26517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6" name="Image 5" descr="icons/wifi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8932" y="2764917"/>
            <a:ext cx="276606" cy="27660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024567" y="3291840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Action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10042855" y="36576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runs the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security check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1–6 complete end-to-end in well under a second on a deployed Uvicorn worker.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TRAINING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Generation &amp;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72364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dataset exists for mobile-security intent routing — so the training matrix was synthetically built.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Seed Bank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89864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target intents defined: wifi_check, ssl_check, device_check, breach_lookup, permission_audit, general_chat, report_action.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Teacher Model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85876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hundreds of natural, conversational phrasings for every single intent.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4526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Structural Template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481888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is wrapped in a ChatML-style format so the model learns strict behavioural boundaries.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648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0B132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CHATML-STYLE TRAINING TEMPLATE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46520" y="2331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CF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&lt;|user|&gt;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[User's natural language request]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CF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&lt;|end|&gt;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CF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&lt;|assistant|&gt;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JSON payload]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CF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&lt;|end|&gt;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46520" y="4800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 teaches the model: given THIS phrasing, output exactly THIS structure.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BASE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Phi-3-Mini-4K-Instruct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4023360"/>
          </a:xfrm>
          <a:prstGeom prst="roundRect">
            <a:avLst>
              <a:gd name="adj" fmla="val 1951"/>
            </a:avLst>
          </a:prstGeom>
          <a:solidFill>
            <a:srgbClr val="1C254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icons/ch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77" y="20791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51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3.8B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42519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run on modest hardware or accessible cloud GPUs, while rivaling much larger models.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0" y="1691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Phi-3?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800600" y="2267712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9"/>
          <p:cNvSpPr/>
          <p:nvPr/>
        </p:nvSpPr>
        <p:spPr>
          <a:xfrm>
            <a:off x="5074920" y="210312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Punches far above its weight class — performance comparable to models twice its size.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00600" y="3227832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306324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enough for inference on a single consumer or free-tier cloud GPU.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00600" y="4187952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3"/>
          <p:cNvSpPr/>
          <p:nvPr/>
        </p:nvSpPr>
        <p:spPr>
          <a:xfrm>
            <a:off x="5074920" y="402336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native configuration tuning: custom auto_map settings were stripped and RoPE scaling metrics standardized to FP16 tensor arrays so it runs cleanly under standard Hugging Face Transformers.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TRAINING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QLoRA: Quantized Low-Rank Adaptation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" name="Image 0" descr="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7945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367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Quantization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98424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Phi-3 weights compressed into a dense 4-bit representation and frozen as a static, read-only anchor.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1" descr="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16611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008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Adapters (LoRA)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80160" y="335584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trainable matrices A and B injected into the attention layers, targeting the q_proj and v_proj paths.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3" name="Image 2" descr="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53771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3799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Optimization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472744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lightweight adapters are updated against cross-entropy loss — deep behavioural alignment without touching the frozen base.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0" y="169164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0B132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6751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PHI-3-MINI — FROZEN 4-BIT BASE WEIGHTS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675120" y="2423160"/>
            <a:ext cx="3566160" cy="59436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9" name="Text 14"/>
          <p:cNvSpPr/>
          <p:nvPr/>
        </p:nvSpPr>
        <p:spPr>
          <a:xfrm>
            <a:off x="6812280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Layer 1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10378440" y="2496312"/>
            <a:ext cx="868680" cy="448056"/>
          </a:xfrm>
          <a:prstGeom prst="roundRect">
            <a:avLst>
              <a:gd name="adj" fmla="val 8163"/>
            </a:avLst>
          </a:prstGeom>
          <a:solidFill>
            <a:srgbClr val="00C2A8"/>
          </a:solidFill>
          <a:ln/>
        </p:spPr>
      </p:sp>
      <p:sp>
        <p:nvSpPr>
          <p:cNvPr id="21" name="Text 16"/>
          <p:cNvSpPr/>
          <p:nvPr/>
        </p:nvSpPr>
        <p:spPr>
          <a:xfrm>
            <a:off x="10378440" y="2496312"/>
            <a:ext cx="868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675120" y="3200400"/>
            <a:ext cx="3566160" cy="59436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23" name="Text 18"/>
          <p:cNvSpPr/>
          <p:nvPr/>
        </p:nvSpPr>
        <p:spPr>
          <a:xfrm>
            <a:off x="681228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Layer 2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10378440" y="3273552"/>
            <a:ext cx="868680" cy="448056"/>
          </a:xfrm>
          <a:prstGeom prst="roundRect">
            <a:avLst>
              <a:gd name="adj" fmla="val 8163"/>
            </a:avLst>
          </a:prstGeom>
          <a:solidFill>
            <a:srgbClr val="00C2A8"/>
          </a:solidFill>
          <a:ln/>
        </p:spPr>
      </p:sp>
      <p:sp>
        <p:nvSpPr>
          <p:cNvPr id="25" name="Text 20"/>
          <p:cNvSpPr/>
          <p:nvPr/>
        </p:nvSpPr>
        <p:spPr>
          <a:xfrm>
            <a:off x="10378440" y="3273552"/>
            <a:ext cx="868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675120" y="3977640"/>
            <a:ext cx="3566160" cy="59436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27" name="Text 22"/>
          <p:cNvSpPr/>
          <p:nvPr/>
        </p:nvSpPr>
        <p:spPr>
          <a:xfrm>
            <a:off x="6812280" y="3977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Layer 3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10378440" y="4050792"/>
            <a:ext cx="868680" cy="448056"/>
          </a:xfrm>
          <a:prstGeom prst="roundRect">
            <a:avLst>
              <a:gd name="adj" fmla="val 8163"/>
            </a:avLst>
          </a:prstGeom>
          <a:solidFill>
            <a:srgbClr val="00C2A8"/>
          </a:solidFill>
          <a:ln/>
        </p:spPr>
      </p:sp>
      <p:sp>
        <p:nvSpPr>
          <p:cNvPr id="29" name="Text 24"/>
          <p:cNvSpPr/>
          <p:nvPr/>
        </p:nvSpPr>
        <p:spPr>
          <a:xfrm>
            <a:off x="10378440" y="4050792"/>
            <a:ext cx="868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67512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Trainable: A &amp; B rank-decomposition adapters only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MODEL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JSON, Not Chatty Paragraphs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SafeScan AI refuses to speak in free-form sentences. Every response is a rigid execution tree the Flutter app can parse directly — no further interpretation needed.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898648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 </a:t>
            </a: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of the 7 categories was detected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401568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 </a:t>
            </a: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app module should handle 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904488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 </a:t>
            </a: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exact function to invoke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407408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251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  </a:t>
            </a: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extracted details, e.g. a domain name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0B132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RESPONSE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CF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"intent": "ssl_check",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CF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"module": "WebsiteSecurityCheck",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CF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"navigate_to_website_security_check",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"parameters":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"domain": "wikipedia.org"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Integration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SafeScan AI acts as a fast, asynchronous bridge between the user and the phone's native hardware tools.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0868" y="22402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69568" y="251460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7" name="Image 0" descr="icons/mob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012" y="26380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8028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Dart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3748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client and UI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75508" y="22402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4208" y="251460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2" name="Image 1" descr="icons/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652" y="263804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2668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58388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public tunnel gateway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0148" y="22402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38848" y="251460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7" name="Image 2" descr="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292" y="263804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7308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93028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multi-threaded inference server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44788" y="22402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73488" y="251460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2" name="Image 3" descr="icons/wifi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6932" y="263804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1948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Plugins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27668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wifi_scan, permission_handler &amp; more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50749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Flutter app unpacks the JSON keys, identifies the intent, and instantly invokes the matching native plugin to run the physical scan.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Dashboard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11535" cy="4206240"/>
        </p:xfrm>
        <a:graphic>
          <a:graphicData uri="http://schemas.openxmlformats.org/drawingml/2006/table">
            <a:tbl>
              <a:tblPr/>
              <a:tblGrid>
                <a:gridCol w="3840480"/>
                <a:gridCol w="7071055"/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Selection /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Paradigm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Fine-Tuning (SFT) / NLP Intent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Phi-3-Mini-4K-Instruct (3.8B Parameters)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 (4-Bit NF4 Quantization + LoRA Injectors)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Infrastructure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Asynchronous FastAPI Server with Uvicorn Event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Ngrok Edge Proxy Routing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Dart / Flutter with Native Hardware Plugin Bridging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Salvage Parsing Engine — Validation Score 8/9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0088" y="1554480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" name="Image 0" descr="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680" y="171907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SafeScan AI?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775</Words>
  <Application>Microsoft Office PowerPoint</Application>
  <PresentationFormat>Widescreen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SafeScan AI — Security Intent Chatbot</dc:title>
  <dc:subject>PptxGenJS Presentation</dc:subject>
  <dc:creator>SafeScan AI Project</dc:creator>
  <cp:lastModifiedBy>Microsoft account</cp:lastModifiedBy>
  <cp:revision>4</cp:revision>
  <dcterms:created xsi:type="dcterms:W3CDTF">2026-06-18T03:26:32Z</dcterms:created>
  <dcterms:modified xsi:type="dcterms:W3CDTF">2026-06-18T06:05:10Z</dcterms:modified>
</cp:coreProperties>
</file>